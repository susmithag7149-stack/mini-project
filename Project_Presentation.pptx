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62" r:id="rId4"/>
    <p:sldId id="261" r:id="rId5"/>
    <p:sldId id="257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430E6-7A52-4C82-B996-DD5AA076758D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FF256-7DE9-4FA9-99B1-7D1EFFDF20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430E6-7A52-4C82-B996-DD5AA076758D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FF256-7DE9-4FA9-99B1-7D1EFFDF20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430E6-7A52-4C82-B996-DD5AA076758D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FF256-7DE9-4FA9-99B1-7D1EFFDF20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430E6-7A52-4C82-B996-DD5AA076758D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FF256-7DE9-4FA9-99B1-7D1EFFDF20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430E6-7A52-4C82-B996-DD5AA076758D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FF256-7DE9-4FA9-99B1-7D1EFFDF20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430E6-7A52-4C82-B996-DD5AA076758D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FF256-7DE9-4FA9-99B1-7D1EFFDF20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430E6-7A52-4C82-B996-DD5AA076758D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FF256-7DE9-4FA9-99B1-7D1EFFDF20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430E6-7A52-4C82-B996-DD5AA076758D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FF256-7DE9-4FA9-99B1-7D1EFFDF20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430E6-7A52-4C82-B996-DD5AA076758D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FF256-7DE9-4FA9-99B1-7D1EFFDF20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430E6-7A52-4C82-B996-DD5AA076758D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FF256-7DE9-4FA9-99B1-7D1EFFDF20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430E6-7A52-4C82-B996-DD5AA076758D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FF256-7DE9-4FA9-99B1-7D1EFFDF20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430E6-7A52-4C82-B996-DD5AA076758D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6FF256-7DE9-4FA9-99B1-7D1EFFDF20B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 </a:t>
            </a:r>
            <a:r>
              <a:rPr lang="en-US" b="1" u="sng" dirty="0" smtClean="0">
                <a:solidFill>
                  <a:srgbClr val="002060"/>
                </a:solidFill>
                <a:latin typeface="Algerian" pitchFamily="82" charset="0"/>
              </a:rPr>
              <a:t>Mini Project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3500" dirty="0"/>
              <a:t> </a:t>
            </a:r>
            <a:r>
              <a:rPr lang="en-US" sz="3500" dirty="0" smtClean="0"/>
              <a:t>                  </a:t>
            </a:r>
            <a:r>
              <a:rPr lang="en-US" b="1" i="1" u="sng" dirty="0" err="1" smtClean="0">
                <a:solidFill>
                  <a:srgbClr val="FF0000"/>
                </a:solidFill>
              </a:rPr>
              <a:t>ChatGPT</a:t>
            </a:r>
            <a:r>
              <a:rPr lang="en-US" b="1" i="1" u="sng" dirty="0" smtClean="0">
                <a:solidFill>
                  <a:srgbClr val="FF0000"/>
                </a:solidFill>
              </a:rPr>
              <a:t> </a:t>
            </a:r>
            <a:r>
              <a:rPr lang="en-US" b="1" i="1" u="sng" dirty="0" err="1" smtClean="0">
                <a:solidFill>
                  <a:srgbClr val="FF0000"/>
                </a:solidFill>
              </a:rPr>
              <a:t>Django</a:t>
            </a:r>
            <a:r>
              <a:rPr lang="en-US" b="1" i="1" u="sng" dirty="0" smtClean="0">
                <a:solidFill>
                  <a:srgbClr val="FF0000"/>
                </a:solidFill>
              </a:rPr>
              <a:t> Integration</a:t>
            </a:r>
            <a:endParaRPr lang="en-US" sz="3500" b="1" u="sng" dirty="0" smtClean="0">
              <a:solidFill>
                <a:srgbClr val="002060"/>
              </a:solidFill>
              <a:latin typeface="Algerian" pitchFamily="82" charset="0"/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Department of Electronics and     Communication Engineering (ECE)</a:t>
            </a:r>
          </a:p>
          <a:p>
            <a:pPr>
              <a:buNone/>
            </a:pPr>
            <a:r>
              <a:rPr lang="en-US" dirty="0" smtClean="0"/>
              <a:t>  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 smtClean="0"/>
              <a:t>                                                           Submitted By:</a:t>
            </a:r>
          </a:p>
          <a:p>
            <a:pPr>
              <a:buNone/>
            </a:pPr>
            <a:r>
              <a:rPr lang="en-US" dirty="0" smtClean="0"/>
              <a:t>                                                              </a:t>
            </a:r>
            <a:r>
              <a:rPr lang="en-US" dirty="0" err="1" smtClean="0"/>
              <a:t>G.Susmitha</a:t>
            </a:r>
            <a:endParaRPr lang="en-US" dirty="0" smtClean="0"/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                               </a:t>
            </a:r>
            <a:r>
              <a:rPr lang="en-US" dirty="0" err="1" smtClean="0"/>
              <a:t>J.Sharanya</a:t>
            </a:r>
            <a:endParaRPr lang="en-US" dirty="0" smtClean="0"/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                               </a:t>
            </a:r>
            <a:r>
              <a:rPr lang="en-US" dirty="0" err="1" smtClean="0"/>
              <a:t>K.Sravani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4" name="Picture 3" descr="ChatBot-PNG-Imag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64288" y="260648"/>
            <a:ext cx="1499543" cy="17281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u="sng" dirty="0" smtClean="0">
                <a:solidFill>
                  <a:srgbClr val="00B050"/>
                </a:solidFill>
                <a:latin typeface="Arial Black" pitchFamily="34" charset="0"/>
              </a:rPr>
              <a:t>Problem Statement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 Users need quick answers to common questions.</a:t>
            </a:r>
          </a:p>
          <a:p>
            <a:pPr>
              <a:buFont typeface="Wingdings" pitchFamily="2" charset="2"/>
              <a:buChar char="v"/>
            </a:pPr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Manual responses take time and effort.</a:t>
            </a:r>
          </a:p>
          <a:p>
            <a:pPr>
              <a:buFont typeface="Wingdings" pitchFamily="2" charset="2"/>
              <a:buChar char="v"/>
            </a:pPr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 A </a:t>
            </a:r>
            <a:r>
              <a:rPr lang="en-US" dirty="0" err="1" smtClean="0"/>
              <a:t>chatbot</a:t>
            </a:r>
            <a:r>
              <a:rPr lang="en-US" dirty="0" smtClean="0"/>
              <a:t> can automatically answer user queries and improve communication.</a:t>
            </a:r>
          </a:p>
          <a:p>
            <a:pPr>
              <a:buFont typeface="Wingdings" pitchFamily="2" charset="2"/>
              <a:buChar char="v"/>
            </a:pPr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The project provides instant responses through a simple web application developed using </a:t>
            </a:r>
            <a:r>
              <a:rPr lang="en-US" dirty="0" err="1" smtClean="0"/>
              <a:t>Django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u="sng" dirty="0" smtClean="0">
                <a:solidFill>
                  <a:srgbClr val="0070C0"/>
                </a:solidFill>
                <a:latin typeface="Bodoni MT Black" pitchFamily="18" charset="0"/>
              </a:rPr>
              <a:t>Methodology</a:t>
            </a:r>
            <a:br>
              <a:rPr lang="en-US" u="sng" dirty="0" smtClean="0">
                <a:solidFill>
                  <a:srgbClr val="0070C0"/>
                </a:solidFill>
                <a:latin typeface="Bodoni MT Black" pitchFamily="18" charset="0"/>
              </a:rPr>
            </a:br>
            <a:endParaRPr lang="en-US" u="sng" dirty="0">
              <a:solidFill>
                <a:srgbClr val="0070C0"/>
              </a:solidFill>
              <a:latin typeface="Bodoni MT Black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 Developed the </a:t>
            </a:r>
            <a:r>
              <a:rPr lang="en-US" dirty="0" err="1" smtClean="0"/>
              <a:t>chatbot</a:t>
            </a:r>
            <a:r>
              <a:rPr lang="en-US" dirty="0" smtClean="0"/>
              <a:t> using Python and </a:t>
            </a:r>
            <a:r>
              <a:rPr lang="en-US" dirty="0" err="1" smtClean="0"/>
              <a:t>Django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Char char="ü"/>
            </a:pPr>
            <a:endParaRPr lang="en-US" dirty="0" smtClean="0"/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 Created a web interface using HTML and CSS.</a:t>
            </a:r>
          </a:p>
          <a:p>
            <a:pPr>
              <a:buFont typeface="Wingdings" pitchFamily="2" charset="2"/>
              <a:buChar char="ü"/>
            </a:pPr>
            <a:endParaRPr lang="en-US" dirty="0" smtClean="0"/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User enters a message in the </a:t>
            </a:r>
            <a:r>
              <a:rPr lang="en-US" dirty="0" err="1" smtClean="0"/>
              <a:t>chatbot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Char char="ü"/>
            </a:pPr>
            <a:endParaRPr lang="en-US" dirty="0" smtClean="0"/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The </a:t>
            </a:r>
            <a:r>
              <a:rPr lang="en-US" dirty="0" err="1" smtClean="0"/>
              <a:t>chatbot</a:t>
            </a:r>
            <a:r>
              <a:rPr lang="en-US" dirty="0" smtClean="0"/>
              <a:t> checks the message for keywords.</a:t>
            </a:r>
          </a:p>
          <a:p>
            <a:pPr>
              <a:buFont typeface="Wingdings" pitchFamily="2" charset="2"/>
              <a:buChar char="ü"/>
            </a:pPr>
            <a:endParaRPr lang="en-US" dirty="0" smtClean="0"/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 Based on the keyword, an appropriate response is generated.</a:t>
            </a:r>
          </a:p>
          <a:p>
            <a:pPr>
              <a:buFont typeface="Wingdings" pitchFamily="2" charset="2"/>
              <a:buChar char="ü"/>
            </a:pPr>
            <a:endParaRPr lang="en-US" dirty="0" smtClean="0"/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 The conversation is stored in the </a:t>
            </a:r>
            <a:r>
              <a:rPr lang="en-US" dirty="0" err="1" smtClean="0"/>
              <a:t>SQLite</a:t>
            </a:r>
            <a:r>
              <a:rPr lang="en-US" dirty="0" smtClean="0"/>
              <a:t> database and displayed as chat history.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u="sng" dirty="0" smtClean="0">
                <a:solidFill>
                  <a:schemeClr val="accent4">
                    <a:lumMod val="50000"/>
                  </a:schemeClr>
                </a:solidFill>
                <a:latin typeface="Bodoni MT Black" pitchFamily="18" charset="0"/>
              </a:rPr>
              <a:t>Results </a:t>
            </a:r>
            <a:br>
              <a:rPr lang="en-US" u="sng" dirty="0" smtClean="0">
                <a:solidFill>
                  <a:schemeClr val="accent4">
                    <a:lumMod val="50000"/>
                  </a:schemeClr>
                </a:solidFill>
                <a:latin typeface="Bodoni MT Black" pitchFamily="18" charset="0"/>
              </a:rPr>
            </a:br>
            <a:endParaRPr lang="en-US" u="sng" dirty="0">
              <a:solidFill>
                <a:schemeClr val="accent4">
                  <a:lumMod val="50000"/>
                </a:schemeClr>
              </a:solidFill>
              <a:latin typeface="Bodoni MT Black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619268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The </a:t>
            </a:r>
            <a:r>
              <a:rPr lang="en-US" sz="2400" dirty="0" err="1" smtClean="0"/>
              <a:t>chatbot</a:t>
            </a:r>
            <a:r>
              <a:rPr lang="en-US" sz="2400" dirty="0" smtClean="0"/>
              <a:t> successfully accepts user messages.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It provides automatic responses based on keywords.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Chat history is displayed on the webpage.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User messages and </a:t>
            </a:r>
            <a:r>
              <a:rPr lang="en-US" sz="2400" dirty="0" err="1" smtClean="0"/>
              <a:t>chatbot</a:t>
            </a:r>
            <a:r>
              <a:rPr lang="en-US" sz="2400" dirty="0" smtClean="0"/>
              <a:t> responses are stored in the </a:t>
            </a:r>
            <a:r>
              <a:rPr lang="en-US" sz="2400" dirty="0" err="1" smtClean="0"/>
              <a:t>SQLite</a:t>
            </a:r>
            <a:r>
              <a:rPr lang="en-US" sz="2400" dirty="0" smtClean="0"/>
              <a:t> database.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The application works successfully through a web browser.</a:t>
            </a:r>
            <a:endParaRPr lang="en-US" sz="2400" dirty="0"/>
          </a:p>
        </p:txBody>
      </p:sp>
      <p:pic>
        <p:nvPicPr>
          <p:cNvPr id="4" name="Picture 3" descr="chatbot_hom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99592" y="3645024"/>
            <a:ext cx="7272807" cy="29523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u="sng" dirty="0" smtClean="0">
                <a:solidFill>
                  <a:srgbClr val="7030A0"/>
                </a:solidFill>
                <a:latin typeface="Algerian" pitchFamily="82" charset="0"/>
              </a:rPr>
              <a:t>Conclusion</a:t>
            </a:r>
            <a:br>
              <a:rPr lang="en-US" u="sng" dirty="0" smtClean="0">
                <a:solidFill>
                  <a:srgbClr val="7030A0"/>
                </a:solidFill>
                <a:latin typeface="Algerian" pitchFamily="82" charset="0"/>
              </a:rPr>
            </a:br>
            <a:endParaRPr lang="en-US" u="sng" dirty="0">
              <a:solidFill>
                <a:srgbClr val="7030A0"/>
              </a:solidFill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Successfully developed a </a:t>
            </a:r>
            <a:r>
              <a:rPr lang="en-US" dirty="0" err="1" smtClean="0"/>
              <a:t>chatbot</a:t>
            </a:r>
            <a:r>
              <a:rPr lang="en-US" dirty="0" smtClean="0"/>
              <a:t> using </a:t>
            </a:r>
            <a:r>
              <a:rPr lang="en-US" dirty="0" err="1" smtClean="0"/>
              <a:t>Django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 The </a:t>
            </a:r>
            <a:r>
              <a:rPr lang="en-US" dirty="0" err="1" smtClean="0"/>
              <a:t>chatbot</a:t>
            </a:r>
            <a:r>
              <a:rPr lang="en-US" dirty="0" smtClean="0"/>
              <a:t> provides instant responses to user queries.</a:t>
            </a:r>
          </a:p>
          <a:p>
            <a:pPr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 Chat history is stored and displayed successfully.</a:t>
            </a:r>
          </a:p>
          <a:p>
            <a:pPr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 The project demonstrates the use of Python, </a:t>
            </a:r>
            <a:r>
              <a:rPr lang="en-US" dirty="0" err="1" smtClean="0"/>
              <a:t>Django</a:t>
            </a:r>
            <a:r>
              <a:rPr lang="en-US" dirty="0" smtClean="0"/>
              <a:t>, HTML, CSS, and </a:t>
            </a:r>
            <a:r>
              <a:rPr lang="en-US" dirty="0" err="1" smtClean="0"/>
              <a:t>SQLite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 In the future, the </a:t>
            </a:r>
            <a:r>
              <a:rPr lang="en-US" dirty="0" err="1" smtClean="0"/>
              <a:t>chatbot</a:t>
            </a:r>
            <a:r>
              <a:rPr lang="en-US" dirty="0" smtClean="0"/>
              <a:t> can be enhanced using Artificial Intelligence and Machine Learning.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242</Words>
  <Application>Microsoft Office PowerPoint</Application>
  <PresentationFormat>On-screen Show (4:3)</PresentationFormat>
  <Paragraphs>57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 Mini Project </vt:lpstr>
      <vt:lpstr>Problem Statement </vt:lpstr>
      <vt:lpstr>Methodology </vt:lpstr>
      <vt:lpstr>Results  </vt:lpstr>
      <vt:lpstr>Conclusion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ChatGPT Django Integration</dc:title>
  <dc:creator>acer</dc:creator>
  <cp:lastModifiedBy>acer</cp:lastModifiedBy>
  <cp:revision>6</cp:revision>
  <dcterms:created xsi:type="dcterms:W3CDTF">2026-06-16T06:54:01Z</dcterms:created>
  <dcterms:modified xsi:type="dcterms:W3CDTF">2026-06-16T07:45:47Z</dcterms:modified>
</cp:coreProperties>
</file>